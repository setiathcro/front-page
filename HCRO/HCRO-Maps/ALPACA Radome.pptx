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9D40-162A-917A-EA1C-7DC0F913B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ADA16-9E91-E04A-DA08-FD435D5D0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62F9F-A2D0-D174-3F4C-8CD97439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104D8-973E-FBBE-3291-6AD659C8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C100A-B309-BD8D-1EBC-BB452AC1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6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C354-B82D-6FED-A704-5901205E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AA8DB-2A8B-483A-8F99-28A36634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8C3C1-E6E7-FCAA-9D75-A7D2E413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EC0DE-C224-581E-0E71-9C25BB1AE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B463-365D-ADBD-F400-1685FD4D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9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D545-5910-0090-D2BE-0211FFDA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49655-56B6-75BF-E8BB-A6761011C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6EEF4-56AB-C763-4791-CBB6BBB4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2292F-E744-07EB-20CA-DFEEF33F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1C75-763C-AA0F-B31F-DDA6E3CA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6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804E6-BA53-735A-D572-86619759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C9F94-B363-950C-33B5-48522AF81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54C60-7DE2-C740-DEA0-69E81B467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9D95B-45A2-FD3D-E408-D79CB5B2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80803-D4CC-1352-75D0-F7D12F23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14B08-4E37-B8D8-7406-826BDBA3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0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66046-5F1C-3898-9D4F-7989CBDB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630BF-E518-3E00-2787-AB9B998BA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F9C4D-7294-8111-14A4-42D70766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94480-BA50-E6BE-2188-B9A70B1BE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27132-3B0E-4116-51B4-E344391C1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F3B9B-4396-4B18-F964-FD915E8E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A66A4-8876-046C-2BB4-2C1083DD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088C7-26F8-E2A3-F43B-8615A9BF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6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40E9-6985-2579-0778-16E819B9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01853A-E008-7B7B-EFCB-3DBEA07E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C9CEC-4707-180C-987D-286ABFA6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D9831-E2D3-09E0-DDCD-115E8087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24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760BE8-1935-64D3-3D88-A80CE43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3E3BC-0829-39CA-30C8-04443447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B0AA-CC3C-693E-783B-735DA428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8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3F86-B1C5-9733-532C-6D2C6F2E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1DC16-0166-35DA-E20E-3923A7C9F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87F7E-D6DF-B892-A653-0009D7C40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CC08E-3DB1-3E6E-C7D3-3DFD0FDD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3BC32-4911-B818-D9B9-67E47A0B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19BF5-1DF2-3129-B702-3E39C7FA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2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05A1-E639-776F-6D02-1CD2A4FB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A9762-10FB-6893-A61A-A2FBCD34F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1AD10-77F7-2540-5A33-2FBA4B09C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855D0-7BBB-7EEA-BE18-DEC5C684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EF06C-EF47-9774-585E-CE58B6C9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B58A6-F844-8104-41E2-D1583AE3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4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4D03-6D0E-BC59-50DF-12B1F276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90D49-1FC1-EB01-59F5-17B977A42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11A4B-B889-BC96-8E67-CA177D491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5F465-5909-9C0E-BCC1-F46D7571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45A5-5AF9-B899-3033-B612A480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66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48D9E-12B5-E861-F589-CCDEA5077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282D2-6294-0E65-4D48-0D69D8D94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B57CE-6F9E-15B2-F6BB-92EEBCBE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0FFAD-9EAA-5B32-248D-1D0DB854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98F26-2D9D-F19F-E936-286596F8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6A7840-121F-72AD-8828-E1514469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2B52F-0638-E6EF-8567-4B98D72B4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D66C0-C5CA-ACE7-F165-83D3254A4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6E8ED-CE64-1943-B924-16B9706051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64E6F-DC79-7324-1089-0C0BF5B5F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32F5-5017-B466-D2C5-547CDBCB7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7DBBA-544F-7345-A690-AAF33E233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4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D58B4D-3A4D-A0D9-0C82-6C02D293A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90" y="0"/>
            <a:ext cx="9396054" cy="7260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AD567-1EEC-0357-7F35-1A5AB9687EF3}"/>
              </a:ext>
            </a:extLst>
          </p:cNvPr>
          <p:cNvSpPr txBox="1"/>
          <p:nvPr/>
        </p:nvSpPr>
        <p:spPr>
          <a:xfrm>
            <a:off x="116958" y="233916"/>
            <a:ext cx="1781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Map, HCRO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DAA61-BD68-DCA9-626D-75331C451840}"/>
              </a:ext>
            </a:extLst>
          </p:cNvPr>
          <p:cNvSpPr txBox="1"/>
          <p:nvPr/>
        </p:nvSpPr>
        <p:spPr>
          <a:xfrm>
            <a:off x="414670" y="1881963"/>
            <a:ext cx="24667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want to install and off the shelf </a:t>
            </a:r>
            <a:r>
              <a:rPr lang="en-US" dirty="0" err="1"/>
              <a:t>Radome</a:t>
            </a:r>
            <a:r>
              <a:rPr lang="en-US" dirty="0"/>
              <a:t> to cover the ALPACA receiver and protect it from weather. </a:t>
            </a:r>
          </a:p>
          <a:p>
            <a:endParaRPr lang="en-US" dirty="0"/>
          </a:p>
          <a:p>
            <a:r>
              <a:rPr lang="en-US" dirty="0"/>
              <a:t>The installation location is marked in green.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Note, this is on Bidwell leased land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BD680D-8655-E0F6-1B00-035A43BD3330}"/>
              </a:ext>
            </a:extLst>
          </p:cNvPr>
          <p:cNvSpPr/>
          <p:nvPr/>
        </p:nvSpPr>
        <p:spPr>
          <a:xfrm>
            <a:off x="9548037" y="5532754"/>
            <a:ext cx="471794" cy="404035"/>
          </a:xfrm>
          <a:prstGeom prst="ellipse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6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9AE2-9452-D877-66AB-F5E9E93B6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60154A-7CC0-A19F-2393-2A500F25A800}"/>
              </a:ext>
            </a:extLst>
          </p:cNvPr>
          <p:cNvSpPr txBox="1"/>
          <p:nvPr/>
        </p:nvSpPr>
        <p:spPr>
          <a:xfrm>
            <a:off x="116958" y="233916"/>
            <a:ext cx="4651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Picture showing the ALPACA receiver in place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B2FE9F-A4A0-9ECA-E5EF-8858453CA35B}"/>
              </a:ext>
            </a:extLst>
          </p:cNvPr>
          <p:cNvSpPr txBox="1"/>
          <p:nvPr/>
        </p:nvSpPr>
        <p:spPr>
          <a:xfrm>
            <a:off x="414670" y="1881963"/>
            <a:ext cx="24667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alpaca receiver is a mobile receiver on a frame with wheels and is being rolled in position to perform science observation. </a:t>
            </a:r>
          </a:p>
          <a:p>
            <a:endParaRPr lang="en-US" dirty="0"/>
          </a:p>
          <a:p>
            <a:r>
              <a:rPr lang="en-US" dirty="0"/>
              <a:t>We want to leave it at this location for a while and would like to cover it using a </a:t>
            </a:r>
            <a:r>
              <a:rPr lang="en-US" dirty="0" err="1"/>
              <a:t>Radome</a:t>
            </a:r>
            <a:r>
              <a:rPr lang="en-US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5770F5-F1B6-2340-3F4F-5B58BE04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09" r="10442" b="11673"/>
          <a:stretch>
            <a:fillRect/>
          </a:stretch>
        </p:blipFill>
        <p:spPr>
          <a:xfrm>
            <a:off x="4782407" y="0"/>
            <a:ext cx="7409593" cy="627289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79324E1-F19C-11FB-36DC-93FA070A913E}"/>
              </a:ext>
            </a:extLst>
          </p:cNvPr>
          <p:cNvSpPr/>
          <p:nvPr/>
        </p:nvSpPr>
        <p:spPr>
          <a:xfrm>
            <a:off x="7570380" y="2945219"/>
            <a:ext cx="2604977" cy="3168501"/>
          </a:xfrm>
          <a:prstGeom prst="ellipse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391CC-277B-3045-1BF3-78B5535D3254}"/>
              </a:ext>
            </a:extLst>
          </p:cNvPr>
          <p:cNvSpPr txBox="1"/>
          <p:nvPr/>
        </p:nvSpPr>
        <p:spPr>
          <a:xfrm>
            <a:off x="1818167" y="5507665"/>
            <a:ext cx="1891415" cy="36933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ALPACA Receiver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2E766F-B7DE-49D0-7D48-2980EEA577CA}"/>
              </a:ext>
            </a:extLst>
          </p:cNvPr>
          <p:cNvCxnSpPr>
            <a:stCxn id="8" idx="3"/>
          </p:cNvCxnSpPr>
          <p:nvPr/>
        </p:nvCxnSpPr>
        <p:spPr>
          <a:xfrm flipV="1">
            <a:off x="3709582" y="4794422"/>
            <a:ext cx="3860798" cy="897909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93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FADA5-59C1-F829-BFA0-5DD79501A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9565AD-9F08-6202-1903-70946C8698E1}"/>
              </a:ext>
            </a:extLst>
          </p:cNvPr>
          <p:cNvSpPr txBox="1"/>
          <p:nvPr/>
        </p:nvSpPr>
        <p:spPr>
          <a:xfrm>
            <a:off x="116958" y="233916"/>
            <a:ext cx="2295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of the </a:t>
            </a:r>
            <a:r>
              <a:rPr lang="en-US" dirty="0" err="1"/>
              <a:t>Radome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F365B4-FC8D-8F4D-2A30-95C4CFE0E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724" y="91842"/>
            <a:ext cx="7941276" cy="6680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2ABCF8-58B5-48CF-575F-C2944E7C7F62}"/>
              </a:ext>
            </a:extLst>
          </p:cNvPr>
          <p:cNvSpPr txBox="1"/>
          <p:nvPr/>
        </p:nvSpPr>
        <p:spPr>
          <a:xfrm>
            <a:off x="414670" y="1881963"/>
            <a:ext cx="24667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also attached a document of the datasheet of the </a:t>
            </a:r>
            <a:r>
              <a:rPr lang="en-US" dirty="0" err="1"/>
              <a:t>radome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 would plan to </a:t>
            </a:r>
            <a:r>
              <a:rPr lang="en-US" dirty="0" err="1"/>
              <a:t>assleble</a:t>
            </a:r>
            <a:r>
              <a:rPr lang="en-US" dirty="0"/>
              <a:t> it in place and then lift it over the ALPACA receiver.</a:t>
            </a:r>
          </a:p>
          <a:p>
            <a:endParaRPr lang="en-US" dirty="0"/>
          </a:p>
          <a:p>
            <a:r>
              <a:rPr lang="en-US" dirty="0"/>
              <a:t>And when we want to do maintenance or move the receiver somewhere else we would lift it off and roll the receiver out. </a:t>
            </a:r>
          </a:p>
        </p:txBody>
      </p:sp>
    </p:spTree>
    <p:extLst>
      <p:ext uri="{BB962C8B-B14F-4D97-AF65-F5344CB8AC3E}">
        <p14:creationId xmlns:p14="http://schemas.microsoft.com/office/powerpoint/2010/main" val="306029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150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Pollak</dc:creator>
  <cp:lastModifiedBy>Alex Pollak</cp:lastModifiedBy>
  <cp:revision>2</cp:revision>
  <dcterms:created xsi:type="dcterms:W3CDTF">2026-08-11T15:23:29Z</dcterms:created>
  <dcterms:modified xsi:type="dcterms:W3CDTF">2026-08-11T15:54:26Z</dcterms:modified>
</cp:coreProperties>
</file>